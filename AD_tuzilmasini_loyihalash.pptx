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jp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jp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jp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jp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jp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.jp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jp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jp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jp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0.jp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1.jp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jpg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3.jp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ayd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D">
  <a:themeElements>
    <a:clrScheme name="AD">
      <a:dk1>
        <a:srgbClr val="000000"/>
      </a:dk1>
      <a:lt1>
        <a:srgbClr val="FFFFFF"/>
      </a:lt1>
      <a:dk2>
        <a:srgbClr val="0B1430"/>
      </a:dk2>
      <a:lt2>
        <a:srgbClr val="E7ECFF"/>
      </a:lt2>
      <a:accent1>
        <a:srgbClr val="38BDF8"/>
      </a:accent1>
      <a:accent2>
        <a:srgbClr val="8B5CF6"/>
      </a:accent2>
      <a:accent3>
        <a:srgbClr val="22C55E"/>
      </a:accent3>
      <a:accent4>
        <a:srgbClr val="F59E0B"/>
      </a:accent4>
      <a:accent5>
        <a:srgbClr val="EC4899"/>
      </a:accent5>
      <a:accent6>
        <a:srgbClr val="EF4444"/>
      </a:accent6>
      <a:hlink>
        <a:srgbClr val="38BDF8"/>
      </a:hlink>
      <a:folHlink>
        <a:srgbClr val="8B5CF6"/>
      </a:folHlink>
    </a:clrScheme>
    <a:fontScheme name="AD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A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lides>34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Domen, oʻrmon va daraxt asosida AD tuzilmasini loyihalash</dc:title>
  <dcterms:created xsi:type="dcterms:W3CDTF">2026-10-28T00:00:00Z</dcterms:created>
</cp:coreProperties>
</file>